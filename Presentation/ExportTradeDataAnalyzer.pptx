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axeY9Uk7mo+eYBFsfKTOp/tTN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D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D3A"/>
                </a:solidFill>
                <a:latin typeface="Arial"/>
              </a:rPr>
              <a:t>Top Export Destinations (Sample)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 (Billion USD)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1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USA</c:v>
                  </c:pt>
                  <c:pt idx="1">
                    <c:v>Japan</c:v>
                  </c:pt>
                  <c:pt idx="2">
                    <c:v>South Korea</c:v>
                  </c:pt>
                  <c:pt idx="3">
                    <c:v>Vietnam</c:v>
                  </c:pt>
                  <c:pt idx="4">
                    <c:v>Germany</c:v>
                  </c:pt>
                  <c:pt idx="5">
                    <c:v>India</c:v>
                  </c:pt>
                  <c:pt idx="6">
                    <c:v>Netherlands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</c:v>
                </c:pt>
                <c:pt idx="1">
                  <c:v>143</c:v>
                </c:pt>
                <c:pt idx="2">
                  <c:v>162</c:v>
                </c:pt>
                <c:pt idx="3">
                  <c:v>138</c:v>
                </c:pt>
                <c:pt idx="4">
                  <c:v>107</c:v>
                </c:pt>
                <c:pt idx="5">
                  <c:v>117</c:v>
                </c:pt>
                <c:pt idx="6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B1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5486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731520" y="201168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Export Trade Data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Analyzer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Big Data Insights for International Commerce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Big Data Processing Technology —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869550" y="4156375"/>
            <a:ext cx="199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Tomas Cruz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Maximo Fox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97280" y="1188720"/>
            <a:ext cx="6949440" cy="41148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280160" y="118872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920240" y="1188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1691640"/>
            <a:ext cx="6949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280160" y="169164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920240" y="16916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97280" y="2194560"/>
            <a:ext cx="6949440" cy="41148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280160" y="21945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920240" y="2194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Platform &amp;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97280" y="2697480"/>
            <a:ext cx="6949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280160" y="26974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920240" y="26974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MapReduce Job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3200400"/>
            <a:ext cx="6949440" cy="41148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280160" y="32004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920240" y="3200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Expected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" y="3703320"/>
            <a:ext cx="6949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280160" y="370332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920240" y="37033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97280" y="4206240"/>
            <a:ext cx="6949440" cy="41148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1280160" y="420624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920240" y="42062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Introduction &amp; Motivation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1463040" y="13716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4400" y="2011680"/>
            <a:ext cx="3108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Global trade generates terabytes of data daily from customs records, shipping manifests, and market reports.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Exporters struggle to identify profitable products, optimal markets, and pricing trends from such massive datasets.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Traditional tools (Excel, SQL) cannot scale to process millions of trade records efficiently.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0B1D3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5669280" y="13716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120640" y="2011680"/>
            <a:ext cx="3108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Hadoop-based system that processes large-scale international trade datasets using MapReduce.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Analyzes export volumes, product categories, destination markets, and price fluctuations.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Delivers actionable insights for exporters to make data-driven decisions.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Data Source &amp; Scope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31520" y="1188720"/>
            <a:ext cx="2468880" cy="137160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1371600" y="128016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10M+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14400" y="1965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Trade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566160" y="1188720"/>
            <a:ext cx="2468880" cy="137160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4206240" y="128016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200+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749040" y="1965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0" y="1188720"/>
            <a:ext cx="2468880" cy="137160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7040880" y="128016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5,000+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0" y="1965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834640"/>
            <a:ext cx="7680960" cy="1920240"/>
          </a:xfrm>
          <a:prstGeom prst="rect">
            <a:avLst/>
          </a:prstGeom>
          <a:solidFill>
            <a:srgbClr val="0B1D3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Dataset: UN Comtrade International Trade Statistics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Fields: Reporter Country, Partner Country, Trade Flow (Export/Import), Commodity Code (HS6), Trade Value (USD), Net Weight (kg), Year, Quantity, Unit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97280" y="402336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Focus: China's export data across all product categories and destination markets (2015-2024)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1188720"/>
            <a:ext cx="182880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005840" y="13716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54864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Ingestion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29260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CSV → HDFS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286000" y="19202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651760" y="1188720"/>
            <a:ext cx="182880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200400" y="13716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274320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743200" y="29260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MapReduce Jobs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480560" y="19202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846320" y="1188720"/>
            <a:ext cx="182880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5394960" y="13716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212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493776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Storage &amp;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Indexing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37760" y="29260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HDFS / HBase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675120" y="19202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040880" y="1188720"/>
            <a:ext cx="182880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589520" y="13716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668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713232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Analysis &amp;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Visualization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132320" y="29260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Results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End-to-end pipeline: </a:t>
            </a:r>
            <a:r>
              <a:rPr b="0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Raw trade CSV files are ingested into HDFS, processed through multiple MapReduce jobs for aggregation and analysis, results stored back in HDFS, and finally visualized through charts and reports.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Platform &amp; Tools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1520" y="109728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04672" y="1097280"/>
            <a:ext cx="7607808" cy="82296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097280" y="1143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Apache Hadoop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97280" y="148132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Distributed storage and processing framework. Manages the cluster and resource allocation via YARN.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31520" y="205740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04672" y="2057400"/>
            <a:ext cx="760780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097280" y="21031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HDFS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97280" y="244144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Hadoop Distributed File System for storing large trade datasets with fault tolerance and high throughput.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04672" y="3017520"/>
            <a:ext cx="7607808" cy="82296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97280" y="3063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MapReduce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340156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processing engine. Map phase parses and filters trade records; Reduce phase aggregates results.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31520" y="397764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04672" y="3977640"/>
            <a:ext cx="760780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097280" y="40233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Java / 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97280" y="436168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Java for MapReduce jobs; Python for data preprocessing, cleaning, and result visualization.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MapReduce Job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MAP Phase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29200" y="960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REDUCE Phase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822960" y="13716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Job 1: Export Volume by Country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48640" y="1691640"/>
            <a:ext cx="379476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822960" y="171907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out: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destination_country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out: trade_value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343400" y="169164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&gt;&gt;&gt;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00600" y="1691640"/>
            <a:ext cx="3794760" cy="777240"/>
          </a:xfrm>
          <a:prstGeom prst="rect">
            <a:avLst/>
          </a:prstGeom>
          <a:solidFill>
            <a:srgbClr val="E0E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074920" y="171907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Operation: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SUM(trade_value)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Output: Total exports per 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22960" y="256032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Job 2: Top Products per Market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2880360"/>
            <a:ext cx="379476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22960" y="29077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out: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(country, HS_code)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out: trade_value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343400" y="28803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&gt;&gt;&gt;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800600" y="2880360"/>
            <a:ext cx="3794760" cy="777240"/>
          </a:xfrm>
          <a:prstGeom prst="rect">
            <a:avLst/>
          </a:prstGeom>
          <a:solidFill>
            <a:srgbClr val="E0E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5074920" y="29077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Operation: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SUM + RANK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Output: Top products per destination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Job 3: Price Trend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4069080"/>
            <a:ext cx="379476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22960" y="40965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out: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(product, year)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out: unit_price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343400" y="406908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&gt;&gt;&gt;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800600" y="4069080"/>
            <a:ext cx="3794760" cy="777240"/>
          </a:xfrm>
          <a:prstGeom prst="rect">
            <a:avLst/>
          </a:prstGeom>
          <a:solidFill>
            <a:srgbClr val="E0E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074920" y="40965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Operation: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AVG(unit_price)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Output: Price trends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Expected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457200" y="1005840"/>
          <a:ext cx="457200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84" name="Google Shape;184;p8"/>
          <p:cNvSpPr/>
          <p:nvPr/>
        </p:nvSpPr>
        <p:spPr>
          <a:xfrm>
            <a:off x="5303520" y="1005840"/>
            <a:ext cx="3474720" cy="3200400"/>
          </a:xfrm>
          <a:prstGeom prst="rect">
            <a:avLst/>
          </a:prstGeom>
          <a:solidFill>
            <a:srgbClr val="0B1D3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Key Outputs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577840" y="169164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Country-level export rankings with trade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 product categories per destination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Year-over-year price trend analysis per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Emerging market identification based on growth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 balance visualization with partner countries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Sample data shown for illustration. Actual results will use real UN Comtrade datasets.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D3A"/>
                </a:solidFill>
                <a:latin typeface="Georgia"/>
                <a:ea typeface="Georgia"/>
                <a:cs typeface="Georgia"/>
                <a:sym typeface="Georgia"/>
              </a:rPr>
              <a:t>Challenges &amp; Solutions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1051560"/>
            <a:ext cx="3840480" cy="118872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143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1143000" y="11247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Georgia"/>
                <a:ea typeface="Georgia"/>
                <a:cs typeface="Georgia"/>
                <a:sym typeface="Georgia"/>
              </a:rPr>
              <a:t>Data Volume &amp; Cleaning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77240" y="15087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Raw CSV files contain inconsistencies, missing values, and duplicates across millions of records.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389120" y="12344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754880" y="1051560"/>
            <a:ext cx="3840480" cy="118872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143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5349240" y="11247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983480" y="15087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Custom Python preprocessing scripts + MapReduce-based data validation pass before analysis.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2377440"/>
            <a:ext cx="3840480" cy="118872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1143000" y="24505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Georgia"/>
                <a:ea typeface="Georgia"/>
                <a:cs typeface="Georgia"/>
                <a:sym typeface="Georgia"/>
              </a:rPr>
              <a:t>Composite Key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77240" y="28346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Multi-dimensional analysis requires composite keys (country + product + year) in MapReduce.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389120" y="25603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754880" y="2377440"/>
            <a:ext cx="3840480" cy="118872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5349240" y="24505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83480" y="28346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WritableComparable custom key classes with proper partitioning and secondary sort.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3703320"/>
            <a:ext cx="3840480" cy="118872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794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1143000" y="37764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Georgia"/>
                <a:ea typeface="Georgia"/>
                <a:cs typeface="Georgia"/>
                <a:sym typeface="Georgia"/>
              </a:rPr>
              <a:t>Performance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77240" y="41605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Large shuffle operations between Map and Reduce phases cause bottlenecks.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389120" y="38862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754880" y="3703320"/>
            <a:ext cx="3840480" cy="118872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794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5349240" y="37764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983480" y="41605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Combiner functions to reduce intermediate data + optimized number of reducers.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&amp; Future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1097280"/>
            <a:ext cx="3840480" cy="29260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80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1371600" y="1280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What We Achieved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914400" y="182880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 system for processing millions of trade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Multi-dimensional export analysis with MapReduce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Actionable insights for market selection and product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Practical application of Big Data concepts from the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54880" y="1097280"/>
            <a:ext cx="3840480" cy="29260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280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5577840" y="1280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120640" y="182880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Migrate to Apache Spark for faster iterative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real-time streaming of live trade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web dashboard for interactive exploration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ML models for demand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67825" y="429770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Thank You — 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2026-04-20T04:25:15Z</dcterms:created>
  <dc:creator>Big Data Team</dc:creator>
</cp:coreProperties>
</file>